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Nunito SemiBold"/>
      <p:regular r:id="rId19"/>
      <p:bold r:id="rId20"/>
      <p:italic r:id="rId21"/>
      <p:boldItalic r:id="rId22"/>
    </p:embeddedFont>
    <p:embeddedFont>
      <p:font typeface="Nunito"/>
      <p:regular r:id="rId23"/>
      <p:bold r:id="rId24"/>
      <p:italic r:id="rId25"/>
      <p:boldItalic r:id="rId26"/>
    </p:embeddedFont>
    <p:embeddedFont>
      <p:font typeface="Nunito ExtraBold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7DF0B4-90D8-42D8-B9ED-6EC54E46674B}">
  <a:tblStyle styleId="{5B7DF0B4-90D8-42D8-B9ED-6EC54E46674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bold.fntdata"/><Relationship Id="rId22" Type="http://schemas.openxmlformats.org/officeDocument/2006/relationships/font" Target="fonts/NunitoSemiBold-boldItalic.fntdata"/><Relationship Id="rId21" Type="http://schemas.openxmlformats.org/officeDocument/2006/relationships/font" Target="fonts/NunitoSemiBold-italic.fntdata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NunitoExtraBold-boldItalic.fntdata"/><Relationship Id="rId27" Type="http://schemas.openxmlformats.org/officeDocument/2006/relationships/font" Target="fonts/NunitoExtraBol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NunitoSemiBold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173fac6b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2173fac6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2173fac6b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2173fac6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{5B7DF0B4-90D8-42D8-B9ED-6EC54E46674B}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4" name="Google Shape;64;p13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0" name="Google Shape;80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{5B7DF0B4-90D8-42D8-B9ED-6EC54E46674B}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6" name="Google Shape;56;p1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p1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Presentation Title</a:t>
            </a:r>
            <a:endParaRPr sz="3600"/>
          </a:p>
        </p:txBody>
      </p:sp>
      <p:sp>
        <p:nvSpPr>
          <p:cNvPr id="106" name="Google Shape;106;p23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Project and Course Name</a:t>
            </a:r>
            <a:endParaRPr b="0" sz="3000"/>
          </a:p>
        </p:txBody>
      </p:sp>
      <p:sp>
        <p:nvSpPr>
          <p:cNvPr id="107" name="Google Shape;107;p23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/>
              <a:t>Date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Overview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 - Univariate and Multivariate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Conclusion and Recommendations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9" name="Google Shape;119;p2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define the problem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solution approach / methodology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Overview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2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add the data overview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2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Provide comments on the visualization such as range of attributes, outliers of various attributes.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Provide comments on the distribution of the variables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Use appropriate visualizations to identify the patterns and insights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Key meaningful observations on individual variables and the relationship between variables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Provide insights on the performance of different models.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Provide comments about model performance after tuning the hyperparameter using GridSearchCV.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Choose the model performance metric and provide reasoning for the same.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37" name="Google Shape;137;p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Building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Check the Feature Importance of Tuned Decision Tree and provide insights on important features.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Check the Feature Importance of Tuned Random Forest and provide insights on important features.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43" name="Google Shape;143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Feature Importance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Performance Summary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3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Create a table to show the performance for all the models and provide insights on the same.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rovide a summary </a:t>
            </a:r>
            <a:r>
              <a:rPr lang="en"/>
              <a:t>on </a:t>
            </a:r>
            <a:r>
              <a:rPr lang="en"/>
              <a:t>models’ </a:t>
            </a:r>
            <a:r>
              <a:rPr lang="en"/>
              <a:t>performance</a:t>
            </a:r>
            <a:r>
              <a:rPr lang="en"/>
              <a:t> comparison.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Choose the best model.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0" name="Google Shape;160;p3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add any other pointers or screenshots (if needed)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68" name="Google Shape;168;p33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